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41148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surpassed $250 million with a 38% compound growth trajectory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retention rate stabilized at 122% reflecting enterprise customer expansion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 margins expanded to 78.5% driven by serverless infrastructure efficiency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acquisition payback period decreased to 11.2 months from 14.5 months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cash flow conversion reached 28% of overall recognized revenue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Financial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41148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Metrics (Cont.)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income grew 45% year-over-year reaching all-time quarterly high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market revenue expanded by 62% in EMEA and APAC territories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investment represented 22% of total operational expenditures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and administrative expenses decreased by 180 basis points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 score reached 94% across all enterprise tiers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retention remained at 96% throughout organizational expansion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reserves and liquid equivalents totaled $180 million at quarter close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Financial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Code2PPT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Dense Financial Report</dc:title>
  <dc:subject>Dense Financial Report</dc:subject>
  <dc:creator>Code2PPT</dc:creator>
  <cp:lastModifiedBy>Code2PPT</cp:lastModifiedBy>
  <cp:revision>1</cp:revision>
  <dcterms:created xsi:type="dcterms:W3CDTF">2026-10-07T18:55:21Z</dcterms:created>
  <dcterms:modified xsi:type="dcterms:W3CDTF">2026-10-07T18:55:21Z</dcterms:modified>
</cp:coreProperties>
</file>