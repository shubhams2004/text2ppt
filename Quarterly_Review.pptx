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9728" cy="5943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411480"/>
            <a:ext cx="7452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Review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76809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spcAft>
                <a:spcPts val="16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increased by 15% across all regions.</a:t>
            </a:r>
            <a:endParaRPr lang="en-US" sz="18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retention reached 98%.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Quarterly_Review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 of 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Code2PPT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Quarterly_Review</dc:title>
  <dc:subject>Quarterly_Review</dc:subject>
  <dc:creator>Code2PPT</dc:creator>
  <cp:lastModifiedBy>Code2PPT</cp:lastModifiedBy>
  <cp:revision>1</cp:revision>
  <dcterms:created xsi:type="dcterms:W3CDTF">2026-10-23T16:35:11Z</dcterms:created>
  <dcterms:modified xsi:type="dcterms:W3CDTF">2026-10-23T16:35:11Z</dcterms:modified>
</cp:coreProperties>
</file>