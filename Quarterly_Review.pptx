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9728" cy="5943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411480"/>
            <a:ext cx="7452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Review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680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increased by 15% across all regions.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reached 98%.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Quarterly_Review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of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Code2PPT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Quarterly_Review</dc:title>
  <dc:subject>Quarterly_Review</dc:subject>
  <dc:creator>Code2PPT</dc:creator>
  <cp:lastModifiedBy>Code2PPT</cp:lastModifiedBy>
  <cp:revision>1</cp:revision>
  <dcterms:created xsi:type="dcterms:W3CDTF">2026-10-26T14:17:12Z</dcterms:created>
  <dcterms:modified xsi:type="dcterms:W3CDTF">2026-10-26T14:17:12Z</dcterms:modified>
</cp:coreProperties>
</file>