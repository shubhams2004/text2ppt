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6: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7: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8: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9: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10: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 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 Items Deck</dc:title>
  <dc:subject>Action Items Deck</dc:subject>
  <dc:creator>Code2PPT</dc:creator>
  <cp:lastModifiedBy>Code2PPT</cp:lastModifiedBy>
  <cp:revision>1</cp:revision>
  <dcterms:created xsi:type="dcterms:W3CDTF">2026-10-09T15:44:31Z</dcterms:created>
  <dcterms:modified xsi:type="dcterms:W3CDTF">2026-10-09T15:44:31Z</dcterms:modified>
</cp:coreProperties>
</file>