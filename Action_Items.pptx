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9728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411480"/>
            <a:ext cx="7452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Action Items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A7F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 1: Implementation of critical workflow requirement with verified acceptance criteria.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 2: Implementation of critical workflow requirement with verified acceptance criteria.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 3: Implementation of critical workflow requirement with verified acceptance criteria.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 4: Implementation of critical workflow requirement with verified acceptance criteria.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 5: Implementation of critical workflow requirement with verified acceptance criteria.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 Deck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of 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9728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411480"/>
            <a:ext cx="7452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Action Items (Cont.)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A7F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 6: Implementation of critical workflow requirement with verified acceptance criteria.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 7: Implementation of critical workflow requirement with verified acceptance criteria.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 8: Implementation of critical workflow requirement with verified acceptance criteria.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 9: Implementation of critical workflow requirement with verified acceptance criteria.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 10: Implementation of critical workflow requirement with verified acceptance criteria.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 Deck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9728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411480"/>
            <a:ext cx="7452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Action Items (Cont.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A7F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 11: Implementation of critical workflow requirement with verified acceptance criteria.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 12: Implementation of critical workflow requirement with verified acceptance criteria.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 13: Implementation of critical workflow requirement with verified acceptance criteria.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 14: Implementation of critical workflow requirement with verified acceptance criteria.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 15: Implementation of critical workflow requirement with verified acceptance criteria.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 Deck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Code2PPT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 Items Deck</dc:title>
  <dc:subject>Action Items Deck</dc:subject>
  <dc:creator>Code2PPT</dc:creator>
  <cp:lastModifiedBy>Code2PPT</cp:lastModifiedBy>
  <cp:revision>1</cp:revision>
  <dcterms:created xsi:type="dcterms:W3CDTF">2026-10-26T14:17:12Z</dcterms:created>
  <dcterms:modified xsi:type="dcterms:W3CDTF">2026-10-26T14:17:12Z</dcterms:modified>
</cp:coreProperties>
</file>