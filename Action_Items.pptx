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109728" cy="59436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60120" y="411480"/>
            <a:ext cx="7452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4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 Action Items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7680960" cy="0"/>
          </a:xfrm>
          <a:prstGeom prst="line">
            <a:avLst/>
          </a:prstGeom>
          <a:noFill/>
          <a:ln w="12700">
            <a:solidFill>
              <a:srgbClr val="A7F3D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25880"/>
            <a:ext cx="76809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1: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2: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3: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4: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5: Implementation of critical workflow requirement with verified acceptance criteria.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Items Deck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0" y="47091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 of 3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109728" cy="59436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60120" y="411480"/>
            <a:ext cx="7452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4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 Action Items (Cont.)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7680960" cy="0"/>
          </a:xfrm>
          <a:prstGeom prst="line">
            <a:avLst/>
          </a:prstGeom>
          <a:noFill/>
          <a:ln w="12700">
            <a:solidFill>
              <a:srgbClr val="A7F3D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25880"/>
            <a:ext cx="76809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6: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7: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8: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9: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10: Implementation of critical workflow requirement with verified acceptance criteria.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Items Deck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0" y="47091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 of 3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109728" cy="59436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60120" y="411480"/>
            <a:ext cx="7452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4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 Action Items (Cont. 2)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7680960" cy="0"/>
          </a:xfrm>
          <a:prstGeom prst="line">
            <a:avLst/>
          </a:prstGeom>
          <a:noFill/>
          <a:ln w="12700">
            <a:solidFill>
              <a:srgbClr val="A7F3D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25880"/>
            <a:ext cx="76809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11: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12: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13: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14: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15: Implementation of critical workflow requirement with verified acceptance criteria.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Items Deck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0" y="47091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 of 3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Code2PPT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Action Items Deck</dc:title>
  <dc:subject>Action Items Deck</dc:subject>
  <dc:creator>Code2PPT</dc:creator>
  <cp:lastModifiedBy>Code2PPT</cp:lastModifiedBy>
  <cp:revision>1</cp:revision>
  <dcterms:created xsi:type="dcterms:W3CDTF">2026-10-23T16:35:11Z</dcterms:created>
  <dcterms:modified xsi:type="dcterms:W3CDTF">2026-10-23T16:35:11Z</dcterms:modified>
</cp:coreProperties>
</file>