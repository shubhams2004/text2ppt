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 of 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6: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7: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8: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9: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10: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of 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9728" cy="59436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411480"/>
            <a:ext cx="7452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4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Action Items (Cont. 2)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7680960" cy="0"/>
          </a:xfrm>
          <a:prstGeom prst="line">
            <a:avLst/>
          </a:prstGeom>
          <a:noFill/>
          <a:ln w="12700">
            <a:solidFill>
              <a:srgbClr val="A7F3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11: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12: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13: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14: Implementation of critical workflow requirement with verified acceptance criteria.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 15: Implementation of critical workflow requirement with verified acceptance criteria.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Items Deck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of 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Code2PPT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Action Items Deck</dc:title>
  <dc:subject>Action Items Deck</dc:subject>
  <dc:creator>Code2PPT</dc:creator>
  <cp:lastModifiedBy>Code2PPT</cp:lastModifiedBy>
  <cp:revision>1</cp:revision>
  <dcterms:created xsi:type="dcterms:W3CDTF">2026-10-26T15:24:12Z</dcterms:created>
  <dcterms:modified xsi:type="dcterms:W3CDTF">2026-10-26T15:24:12Z</dcterms:modified>
</cp:coreProperties>
</file>